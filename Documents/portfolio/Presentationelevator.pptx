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5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EA3C2-2339-46F0-AC5C-968B75433A3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6C909-058A-4412-816A-7490E98CF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0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1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79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76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1" y="633984"/>
            <a:ext cx="39015" cy="60960"/>
          </a:xfrm>
          <a:prstGeom prst="rect">
            <a:avLst/>
          </a:prstGeom>
          <a:solidFill>
            <a:srgbClr val="C6952F"/>
          </a:solidFill>
          <a:ln/>
        </p:spPr>
      </p:sp>
      <p:sp>
        <p:nvSpPr>
          <p:cNvPr id="3" name="Shape 1"/>
          <p:cNvSpPr/>
          <p:nvPr/>
        </p:nvSpPr>
        <p:spPr>
          <a:xfrm>
            <a:off x="672999" y="560832"/>
            <a:ext cx="39015" cy="134112"/>
          </a:xfrm>
          <a:prstGeom prst="rect">
            <a:avLst/>
          </a:prstGeom>
          <a:solidFill>
            <a:srgbClr val="C6952F"/>
          </a:solidFill>
          <a:ln/>
        </p:spPr>
      </p:sp>
      <p:sp>
        <p:nvSpPr>
          <p:cNvPr id="4" name="Shape 2"/>
          <p:cNvSpPr/>
          <p:nvPr/>
        </p:nvSpPr>
        <p:spPr>
          <a:xfrm>
            <a:off x="736398" y="609600"/>
            <a:ext cx="39015" cy="85344"/>
          </a:xfrm>
          <a:prstGeom prst="rect">
            <a:avLst/>
          </a:prstGeom>
          <a:solidFill>
            <a:srgbClr val="C6952F"/>
          </a:solidFill>
          <a:ln/>
        </p:spPr>
      </p:sp>
      <p:sp>
        <p:nvSpPr>
          <p:cNvPr id="5" name="Shape 3"/>
          <p:cNvSpPr/>
          <p:nvPr/>
        </p:nvSpPr>
        <p:spPr>
          <a:xfrm>
            <a:off x="799795" y="512064"/>
            <a:ext cx="39015" cy="182880"/>
          </a:xfrm>
          <a:prstGeom prst="rect">
            <a:avLst/>
          </a:prstGeom>
          <a:solidFill>
            <a:srgbClr val="C6952F"/>
          </a:solidFill>
          <a:ln/>
        </p:spPr>
      </p:sp>
      <p:sp>
        <p:nvSpPr>
          <p:cNvPr id="6" name="Shape 4"/>
          <p:cNvSpPr/>
          <p:nvPr/>
        </p:nvSpPr>
        <p:spPr>
          <a:xfrm>
            <a:off x="863194" y="573024"/>
            <a:ext cx="39015" cy="121920"/>
          </a:xfrm>
          <a:prstGeom prst="rect">
            <a:avLst/>
          </a:prstGeom>
          <a:solidFill>
            <a:srgbClr val="C6952F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573024"/>
            <a:ext cx="10972800" cy="1017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767840"/>
            <a:ext cx="10972800" cy="280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77824" y="3328416"/>
            <a:ext cx="1219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667" dirty="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" y="3901440"/>
            <a:ext cx="2962656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7824" y="4596384"/>
            <a:ext cx="29626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33"/>
              </a:lnSpc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20768" y="3328416"/>
            <a:ext cx="1219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667" dirty="0">
              <a:solidFill>
                <a:prstClr val="black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20768" y="3901440"/>
            <a:ext cx="2962656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20768" y="4596384"/>
            <a:ext cx="29626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33"/>
              </a:lnSpc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63712" y="3328416"/>
            <a:ext cx="1219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667" dirty="0">
              <a:solidFill>
                <a:prstClr val="black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63712" y="3901440"/>
            <a:ext cx="2962656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63712" y="4596384"/>
            <a:ext cx="29626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33"/>
              </a:lnSpc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600" y="6443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 smtClean="0">
                <a:solidFill>
                  <a:srgbClr val="B9AF9B"/>
                </a:solidFill>
                <a:cs typeface="Calibri" pitchFamily="34" charset="-120"/>
              </a:rPr>
              <a:t>My Personal Elevator Pitch</a:t>
            </a:r>
            <a:endParaRPr lang="en-US" sz="1133" dirty="0">
              <a:solidFill>
                <a:prstClr val="black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72800" y="6443472"/>
            <a:ext cx="60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33" dirty="0" smtClean="0">
                <a:solidFill>
                  <a:srgbClr val="B9AF9B"/>
                </a:solidFill>
                <a:cs typeface="Calibri" pitchFamily="34" charset="-120"/>
              </a:rPr>
              <a:t>1</a:t>
            </a:r>
            <a:endParaRPr lang="en-US" sz="1133" dirty="0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18128" y="603504"/>
            <a:ext cx="6098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sng" strike="noStrike" kern="0" cap="none" spc="0" normalizeH="0" baseline="0" noProof="0" dirty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My Personal Elevator Pitch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169360" y="1767840"/>
            <a:ext cx="10108240" cy="37113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457200">
              <a:spcBef>
                <a:spcPts val="1000"/>
              </a:spcBef>
              <a:buClr>
                <a:srgbClr val="90C226"/>
              </a:buClr>
              <a:buSzPct val="80000"/>
            </a:pPr>
            <a:r>
              <a:rPr lang="en-US">
                <a:solidFill>
                  <a:prstClr val="white">
                    <a:lumMod val="75000"/>
                    <a:lumOff val="25000"/>
                  </a:prstClr>
                </a:solidFill>
                <a:latin typeface="Trebuchet MS" panose="020B0603020202020204"/>
              </a:rPr>
              <a:t>“Hi,my name is Dalmas a recent data science graduate with a strong background in  machine learning and data visualization. I've worked on projects that involve building predictive models using Python and I have hands-on experience with tools like Tensor Flow and Tableau. I'm particularly interested in using data to solve real world business problems and would love to explore opportunities where I can contribute to data-driven decision-making. I am looking to start working as an intern and then work towards moving up in the company as I grow my experience. I am now looking to take my skills to a new and exciting position. Would you like to take a look at my resume?(Or are you currently hiring? Or Do you have any current open positions?)</a:t>
            </a:r>
            <a:endParaRPr lang="en-US" dirty="0">
              <a:solidFill>
                <a:prstClr val="white">
                  <a:lumMod val="75000"/>
                  <a:lumOff val="25000"/>
                </a:prstClr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1471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Personal Elevator Pitch</Template>
  <TotalTime>6</TotalTime>
  <Words>146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2026-09-19T18:26:31Z</dcterms:created>
  <dcterms:modified xsi:type="dcterms:W3CDTF">2026-09-19T18:32:41Z</dcterms:modified>
</cp:coreProperties>
</file>